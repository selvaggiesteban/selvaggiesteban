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f3b68104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f3b68104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f3b68104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f3b68104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f3b681049f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f3b681049f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4875" y="152350"/>
            <a:ext cx="8291100" cy="4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¿De qué se trata el servicio de diseño de blog?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El servicio de diseño web de blog se especializa en la creación, diseño y desarrollo de blogs personalizados para individuos, empresas o cualquier entidad que busque establecer una presencia en línea a través de la publicación regular de contenidos. Un blog es una plataforma en línea donde se comparten artículos, noticias, guías, opiniones y otros tipos de contenido escrito, a menudo complementado con multimedia como imágenes, videos y enlaces. Este servicio abarca varios aspectos clave: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Diseño personalizado:</a:t>
            </a:r>
            <a:r>
              <a:rPr lang="es-419" sz="1000">
                <a:solidFill>
                  <a:schemeClr val="dk2"/>
                </a:solidFill>
              </a:rPr>
              <a:t> Desarrollo de un diseño único que refleje la identidad visual y los valores de la marca o del individuo, mejorando la experiencia del usuario y facilitando la lectura y navegación. Esto incluye la selección de esquemas de color, tipografías, distribución de elementos y uso de imágenes.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Plataforma de gestión de contenidos (CMS): </a:t>
            </a:r>
            <a:r>
              <a:rPr lang="es-419" sz="1000">
                <a:solidFill>
                  <a:schemeClr val="dk2"/>
                </a:solidFill>
              </a:rPr>
              <a:t>Implementación de un sistema de gestión de contenidos que permite a los usuarios sin conocimientos técnicos publicar, editar y gestionar posts de forma sencilla. WordPress es uno de los CMS más populares para blogs, pero existen otras opciones dependiendo de las necesidades específicas.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Optimización para motores de búsqueda (SEO):</a:t>
            </a:r>
            <a:r>
              <a:rPr lang="es-419" sz="1000">
                <a:solidFill>
                  <a:schemeClr val="dk2"/>
                </a:solidFill>
              </a:rPr>
              <a:t> Asegurar que el blog esté optimizado para buscadores a fin de mejorar su visibilidad y atraer más tráfico. Esto incluye la optimización de la estructura del sitio, meta etiquetas, URLs amigables, y la inclusión de palabras clave relevantes en los contenidos.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Responsive design:</a:t>
            </a:r>
            <a:r>
              <a:rPr lang="es-419" sz="1000">
                <a:solidFill>
                  <a:schemeClr val="dk2"/>
                </a:solidFill>
              </a:rPr>
              <a:t> Crear un diseño adaptable que asegure que el blog se visualice correctamente en distintos dispositivos, desde ordenadores de escritorio hasta smartphones y tablets, mejorando la accesibilidad y la experiencia del usuario.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Integración de redes sociales y funcionalidades de compartir:</a:t>
            </a:r>
            <a:r>
              <a:rPr lang="es-419" sz="1000">
                <a:solidFill>
                  <a:schemeClr val="dk2"/>
                </a:solidFill>
              </a:rPr>
              <a:t> Incorporar botones y enlaces para facilitar la compartición de contenido en plataformas de redes sociales, ampliando el alcance y fomentando la interacción con la audiencia.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Funciones de interacción con el usuario:</a:t>
            </a:r>
            <a:r>
              <a:rPr lang="es-419" sz="1000">
                <a:solidFill>
                  <a:schemeClr val="dk2"/>
                </a:solidFill>
              </a:rPr>
              <a:t> Implementación de sistemas de comentarios, formularios de contacto y suscripción a newsletters para fomentar la participación de los visitantes y construir una comunidad alrededor del blog.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Analítica web:</a:t>
            </a:r>
            <a:r>
              <a:rPr lang="es-419" sz="1000">
                <a:solidFill>
                  <a:schemeClr val="dk2"/>
                </a:solidFill>
              </a:rPr>
              <a:t> Integración con herramientas de analítica como Google Analytics para monitorear el rendimiento del blog, incluyendo visitas, duración de las sesiones, tasas de rebote, y el comportamiento de los usuarios, lo que permite ajustar estrategias de contenido y marketing.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Seguridad y respaldo:</a:t>
            </a:r>
            <a:r>
              <a:rPr lang="es-419" sz="1000">
                <a:solidFill>
                  <a:schemeClr val="dk2"/>
                </a:solidFill>
              </a:rPr>
              <a:t> Asegurar que el blog esté protegido contra ataques maliciosos y contar con sistemas de respaldo para prevenir la pérdida de información.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Al contratar un servicio de diseño web de blog, los clientes obtienen una plataforma profesional y personalizada que les permite comunicar efectivamente su mensaje, compartir conocimientos, establecer autoridad en su nicho, y construir una comunidad en línea. Además, un blog bien diseñado y mantenido puede ser una herramienta poderosa para mejorar el SEO, atraer tráfico orgánico y, en el caso de las empresas, complementar sus estrategias de marketing digital y ventas.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544875" y="224900"/>
            <a:ext cx="8269500" cy="4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</a:t>
            </a:r>
            <a:r>
              <a:rPr b="1" lang="es-419">
                <a:solidFill>
                  <a:schemeClr val="dk2"/>
                </a:solidFill>
              </a:rPr>
              <a:t>Qué</a:t>
            </a:r>
            <a:r>
              <a:rPr b="1" lang="es-419">
                <a:solidFill>
                  <a:schemeClr val="dk2"/>
                </a:solidFill>
              </a:rPr>
              <a:t> beneficios aporta el diseño de</a:t>
            </a:r>
            <a:r>
              <a:rPr b="1" lang="es-419">
                <a:solidFill>
                  <a:schemeClr val="dk2"/>
                </a:solidFill>
              </a:rPr>
              <a:t> blog</a:t>
            </a:r>
            <a:r>
              <a:rPr b="1" lang="es-419">
                <a:solidFill>
                  <a:schemeClr val="dk2"/>
                </a:solidFill>
              </a:rPr>
              <a:t>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2"/>
                </a:solidFill>
              </a:rPr>
              <a:t>Contar con un blog ofrece una variedad de beneficios tanto para individuos como para empresas, convirtiéndose en una herramienta poderosa para alcanzar objetivos de marketing, establecer autoridad y construir una comunidad en línea. Aquí se destacan algunos de los beneficios principales: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Mejora del SEO:</a:t>
            </a:r>
            <a:r>
              <a:rPr lang="es-419" sz="1000">
                <a:solidFill>
                  <a:schemeClr val="dk2"/>
                </a:solidFill>
              </a:rPr>
              <a:t> Publicar contenido relevante y de calidad de manera regular en un blog ayuda a mejorar el posicionamiento en los motores de búsqueda. Esto incrementa la visibilidad del sitio y atrae tráfico orgánico, esencial para aumentar el alcance de tu marca o mensaje.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Establecimiento de autoridad:</a:t>
            </a:r>
            <a:r>
              <a:rPr lang="es-419" sz="1000">
                <a:solidFill>
                  <a:schemeClr val="dk2"/>
                </a:solidFill>
              </a:rPr>
              <a:t> Compartir conocimientos y experticia sobre temas específicos puede establecer a un individuo o una empresa como líder de pensamiento en su campo. Esto construye confianza con la audiencia y puede generar mayores oportunidades de negocio.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Construcción de relaciones y comunidad:</a:t>
            </a:r>
            <a:r>
              <a:rPr lang="es-419" sz="1000">
                <a:solidFill>
                  <a:schemeClr val="dk2"/>
                </a:solidFill>
              </a:rPr>
              <a:t> Un blog permite interactuar con la audiencia a través de comentarios, preguntas y respuestas. Fomentar esta interacción crea una comunidad de seguidores leales, mejora la fidelización de clientes y aumenta la retención.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Soporte a estrategias de marketing de contenido:</a:t>
            </a:r>
            <a:r>
              <a:rPr lang="es-419" sz="1000">
                <a:solidFill>
                  <a:schemeClr val="dk2"/>
                </a:solidFill>
              </a:rPr>
              <a:t> Un blog es una plataforma fundamental para implementar estrategias de marketing de contenido. Permite la distribución de contenido valioso que atrae, involucra y retiene a una audiencia, con el objetivo final de impulsar acciones rentables de los clientes.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Incremento en la generación de leads:</a:t>
            </a:r>
            <a:r>
              <a:rPr lang="es-419" sz="1000">
                <a:solidFill>
                  <a:schemeClr val="dk2"/>
                </a:solidFill>
              </a:rPr>
              <a:t> Al ofrecer contenido de valor, puedes incentivar a los visitantes a suscribirse a tu newsletter o descargar recursos, convirtiéndolos en leads cualificados para futuras acciones de marketing o ventas.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Facilita la compartición en redes sociales:</a:t>
            </a:r>
            <a:r>
              <a:rPr lang="es-419" sz="1000">
                <a:solidFill>
                  <a:schemeClr val="dk2"/>
                </a:solidFill>
              </a:rPr>
              <a:t> El contenido de un blog es fácilmente compartible en redes sociales, lo que ayuda a ampliar el alcance y atraer a nuevos seguidores o clientes a tu sitio web.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Versatilidad de contenido:</a:t>
            </a:r>
            <a:r>
              <a:rPr lang="es-419" sz="1000">
                <a:solidFill>
                  <a:schemeClr val="dk2"/>
                </a:solidFill>
              </a:rPr>
              <a:t> Un blog permite explorar una amplia gama de formatos de contenido, desde artículos y guías hasta infografías, videos y podcasts. Esta diversidad puede atraer a diferentes segmentos de audiencia y satisfacer variadas preferencias de consumo de contenido.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Costo-efectividad: </a:t>
            </a:r>
            <a:r>
              <a:rPr lang="es-419" sz="1000">
                <a:solidFill>
                  <a:schemeClr val="dk2"/>
                </a:solidFill>
              </a:rPr>
              <a:t>Comparado con otras formas de marketing y publicidad, un blog es una opción relativamente económica y eficiente en términos de costos. Con la inversión adecuada en tiempo y recursos, puede ofrecer un retorno significativo sobre la inversión a largo plazo.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Feedback y aprendizaje:</a:t>
            </a:r>
            <a:r>
              <a:rPr lang="es-419" sz="1000">
                <a:solidFill>
                  <a:schemeClr val="dk2"/>
                </a:solidFill>
              </a:rPr>
              <a:t> Los comentarios y las interacciones en el blog ofrecen valiosos insights sobre las preferencias y necesidades de tu audiencia, lo cual es útil para ajustar estrategias y mejorar productos o servicios.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Desarrollo personal y profesional: </a:t>
            </a:r>
            <a:r>
              <a:rPr lang="es-419" sz="1000">
                <a:solidFill>
                  <a:schemeClr val="dk2"/>
                </a:solidFill>
              </a:rPr>
              <a:t>Para individuos, escribir un blog puede ser una forma excelente de explorar y compartir pasiones, mejorar habilidades de escritura y comunicación, y construir una marca personal en línea.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En resumen, un blog no solo es una plataforma para compartir ideas y contenido; es una herramienta estratégica multifacética que puede mejorar significativamente la presencia en línea, la autoridad de marca, el compromiso de la audiencia y los resultados comerciales.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421350" y="341450"/>
            <a:ext cx="8102700" cy="4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¿Cuales son los pasos para cumplimentar este servicio?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Requisitos: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s-419" sz="1000">
                <a:solidFill>
                  <a:schemeClr val="dk2"/>
                </a:solidFill>
              </a:rPr>
              <a:t>Brief web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s-419" sz="1000">
                <a:solidFill>
                  <a:schemeClr val="dk2"/>
                </a:solidFill>
              </a:rPr>
              <a:t>Template de proyecto web.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s-419" sz="1000">
                <a:solidFill>
                  <a:schemeClr val="dk2"/>
                </a:solidFill>
              </a:rPr>
              <a:t>Datos de acceso al hosting / alojamiento web.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65" name="Google Shape;65;p15"/>
          <p:cNvGrpSpPr/>
          <p:nvPr/>
        </p:nvGrpSpPr>
        <p:grpSpPr>
          <a:xfrm>
            <a:off x="366938" y="1340613"/>
            <a:ext cx="3507600" cy="1812038"/>
            <a:chOff x="359613" y="1654113"/>
            <a:chExt cx="3507600" cy="1812038"/>
          </a:xfrm>
        </p:grpSpPr>
        <p:cxnSp>
          <p:nvCxnSpPr>
            <p:cNvPr id="66" name="Google Shape;66;p15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7" name="Google Shape;67;p15"/>
            <p:cNvSpPr txBox="1"/>
            <p:nvPr/>
          </p:nvSpPr>
          <p:spPr>
            <a:xfrm>
              <a:off x="359613" y="25415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Reunión con el equipo de diseño gráfico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Discusión de la estructura del proyecto web.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8" name="Google Shape;68;p15"/>
          <p:cNvCxnSpPr/>
          <p:nvPr/>
        </p:nvCxnSpPr>
        <p:spPr>
          <a:xfrm rot="10800000">
            <a:off x="2649263" y="2794925"/>
            <a:ext cx="930000" cy="0"/>
          </a:xfrm>
          <a:prstGeom prst="straightConnector1">
            <a:avLst/>
          </a:prstGeom>
          <a:noFill/>
          <a:ln cap="flat" cmpd="sng" w="9525">
            <a:solidFill>
              <a:srgbClr val="1F887E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69" name="Google Shape;69;p15"/>
          <p:cNvGrpSpPr/>
          <p:nvPr/>
        </p:nvGrpSpPr>
        <p:grpSpPr>
          <a:xfrm>
            <a:off x="4665063" y="3078200"/>
            <a:ext cx="4162750" cy="924600"/>
            <a:chOff x="4657738" y="3391700"/>
            <a:chExt cx="4162750" cy="924600"/>
          </a:xfrm>
        </p:grpSpPr>
        <p:cxnSp>
          <p:nvCxnSpPr>
            <p:cNvPr id="70" name="Google Shape;70;p15"/>
            <p:cNvCxnSpPr/>
            <p:nvPr/>
          </p:nvCxnSpPr>
          <p:spPr>
            <a:xfrm>
              <a:off x="4657738" y="3854000"/>
              <a:ext cx="18387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1" name="Google Shape;71;p15"/>
            <p:cNvSpPr txBox="1"/>
            <p:nvPr/>
          </p:nvSpPr>
          <p:spPr>
            <a:xfrm>
              <a:off x="6696488" y="339170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Desarrollo del proyecto web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Puesta en marcha del diseño y desarrollo del proyecto web en cuestión.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5217163" y="929475"/>
            <a:ext cx="3610650" cy="924600"/>
            <a:chOff x="5209838" y="1242975"/>
            <a:chExt cx="3610650" cy="924600"/>
          </a:xfrm>
        </p:grpSpPr>
        <p:sp>
          <p:nvSpPr>
            <p:cNvPr id="73" name="Google Shape;73;p15"/>
            <p:cNvSpPr txBox="1"/>
            <p:nvPr/>
          </p:nvSpPr>
          <p:spPr>
            <a:xfrm>
              <a:off x="669648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Entrega del proyecto web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Entrega final del proyecto web.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4" name="Google Shape;74;p15"/>
            <p:cNvCxnSpPr/>
            <p:nvPr/>
          </p:nvCxnSpPr>
          <p:spPr>
            <a:xfrm>
              <a:off x="5209838" y="1654113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75" name="Google Shape;75;p15"/>
          <p:cNvGrpSpPr/>
          <p:nvPr/>
        </p:nvGrpSpPr>
        <p:grpSpPr>
          <a:xfrm>
            <a:off x="5617613" y="1999850"/>
            <a:ext cx="3210200" cy="924600"/>
            <a:chOff x="5610288" y="2313350"/>
            <a:chExt cx="3210200" cy="924600"/>
          </a:xfrm>
        </p:grpSpPr>
        <p:cxnSp>
          <p:nvCxnSpPr>
            <p:cNvPr id="76" name="Google Shape;76;p15"/>
            <p:cNvCxnSpPr/>
            <p:nvPr/>
          </p:nvCxnSpPr>
          <p:spPr>
            <a:xfrm>
              <a:off x="5610288" y="2775650"/>
              <a:ext cx="886200" cy="0"/>
            </a:xfrm>
            <a:prstGeom prst="straightConnector1">
              <a:avLst/>
            </a:prstGeom>
            <a:noFill/>
            <a:ln cap="flat" cmpd="sng" w="9525">
              <a:solidFill>
                <a:srgbClr val="1B786F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7" name="Google Shape;77;p15"/>
            <p:cNvSpPr txBox="1"/>
            <p:nvPr/>
          </p:nvSpPr>
          <p:spPr>
            <a:xfrm>
              <a:off x="6696488" y="23133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Revisión del proyecto web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Primer presentación del proyecto para con el cliente y posteriores revisiones y ajustes.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2608561" y="341451"/>
            <a:ext cx="3922200" cy="3915924"/>
            <a:chOff x="2610905" y="610653"/>
            <a:chExt cx="3922200" cy="3922200"/>
          </a:xfrm>
        </p:grpSpPr>
        <p:sp>
          <p:nvSpPr>
            <p:cNvPr id="79" name="Google Shape;79;p15"/>
            <p:cNvSpPr/>
            <p:nvPr/>
          </p:nvSpPr>
          <p:spPr>
            <a:xfrm rot="-4980021">
              <a:off x="3204123" y="1186472"/>
              <a:ext cx="2771960" cy="2771960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 rot="7920309">
              <a:off x="3183402" y="1183149"/>
              <a:ext cx="2777207" cy="277720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3600063">
              <a:off x="3186335" y="1195681"/>
              <a:ext cx="2777488" cy="2777488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 rot="4024705">
              <a:off x="5326681" y="1940898"/>
              <a:ext cx="578477" cy="57914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B786F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 rot="-6816027">
              <a:off x="5326729" y="1940918"/>
              <a:ext cx="578485" cy="57903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 rot="-9359762">
              <a:off x="3193941" y="1176205"/>
              <a:ext cx="2777287" cy="277728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-8936366">
              <a:off x="3659126" y="3173505"/>
              <a:ext cx="578551" cy="578963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F887E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 rot="1824498">
              <a:off x="3659375" y="3173497"/>
              <a:ext cx="578475" cy="57888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 rot="-600092">
              <a:off x="3198852" y="1195456"/>
              <a:ext cx="2777611" cy="2777611"/>
            </a:xfrm>
            <a:prstGeom prst="blockArc">
              <a:avLst>
                <a:gd fmla="val 12513247" name="adj1"/>
                <a:gd fmla="val 16867657" name="adj2"/>
                <a:gd fmla="val 20844" name="adj3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 rot="-176551">
              <a:off x="4312105" y="1195442"/>
              <a:ext cx="578563" cy="579162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55B55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 rot="10584085">
              <a:off x="4312088" y="1195622"/>
              <a:ext cx="578340" cy="578939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 rot="8344778">
              <a:off x="4940929" y="3162886"/>
              <a:ext cx="578465" cy="578888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D7E75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 rot="-2495643">
              <a:off x="4941000" y="3162728"/>
              <a:ext cx="578445" cy="579093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 rot="-4556960">
              <a:off x="3257335" y="1939059"/>
              <a:ext cx="578302" cy="57895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249C91"/>
            </a:solidFill>
            <a:ln>
              <a:noFill/>
            </a:ln>
            <a:effectLst>
              <a:outerShdw blurRad="142875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 rot="6204541">
              <a:off x="3257468" y="1938977"/>
              <a:ext cx="578264" cy="578917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4341900" y="127189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3602457" y="1676843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4955323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5364737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3685317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" name="Google Shape;99;p15"/>
          <p:cNvSpPr txBox="1"/>
          <p:nvPr/>
        </p:nvSpPr>
        <p:spPr>
          <a:xfrm>
            <a:off x="366938" y="1009325"/>
            <a:ext cx="21240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Roboto"/>
                <a:ea typeface="Roboto"/>
                <a:cs typeface="Roboto"/>
                <a:sym typeface="Roboto"/>
              </a:rPr>
              <a:t>Brief web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800">
                <a:latin typeface="Roboto"/>
                <a:ea typeface="Roboto"/>
                <a:cs typeface="Roboto"/>
                <a:sym typeface="Roboto"/>
              </a:rPr>
              <a:t>Diseño de brief web y recopilación de información para la web.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0" name="Google Shape;100;p15"/>
          <p:cNvGrpSpPr/>
          <p:nvPr/>
        </p:nvGrpSpPr>
        <p:grpSpPr>
          <a:xfrm>
            <a:off x="1556738" y="2445338"/>
            <a:ext cx="3507600" cy="1812038"/>
            <a:chOff x="359613" y="1654113"/>
            <a:chExt cx="3507600" cy="1812038"/>
          </a:xfrm>
        </p:grpSpPr>
        <p:cxnSp>
          <p:nvCxnSpPr>
            <p:cNvPr id="101" name="Google Shape;101;p15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02" name="Google Shape;102;p15"/>
            <p:cNvSpPr txBox="1"/>
            <p:nvPr/>
          </p:nvSpPr>
          <p:spPr>
            <a:xfrm>
              <a:off x="359613" y="25415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latin typeface="Roboto"/>
                  <a:ea typeface="Roboto"/>
                  <a:cs typeface="Roboto"/>
                  <a:sym typeface="Roboto"/>
                </a:rPr>
                <a:t>Primeras propuestas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s-419" sz="800">
                  <a:latin typeface="Roboto"/>
                  <a:ea typeface="Roboto"/>
                  <a:cs typeface="Roboto"/>
                  <a:sym typeface="Roboto"/>
                </a:rPr>
                <a:t>Presentación de 3 propuestas, con sus respectivas revisiones y ajustes de ser necesario.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3" name="Google Shape;103;p15"/>
          <p:cNvSpPr txBox="1"/>
          <p:nvPr/>
        </p:nvSpPr>
        <p:spPr>
          <a:xfrm>
            <a:off x="3150388" y="2240285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552150" y="195875"/>
            <a:ext cx="79356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2"/>
                </a:solidFill>
              </a:rPr>
              <a:t>¿Qué se obtiene con el diseño de blog?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2"/>
                </a:solidFill>
              </a:rPr>
              <a:t>Un blog tiene varias características distintivas que lo diferencian de otros tipos de sitios web. Estas características se centran en la estructura, el contenido, la interacción y la funcionalidad. A continuación, se detallan algunas de las más importantes: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Publicaciones periódicas:</a:t>
            </a:r>
            <a:r>
              <a:rPr lang="es-419" sz="1000">
                <a:solidFill>
                  <a:schemeClr val="dk2"/>
                </a:solidFill>
              </a:rPr>
              <a:t> Uno de los rasgos definitorios de un blog es la publicación regular de artículos o entradas. Estos posts suelen estar organizados en orden cronológico inverso, con los más recientes apareciendo primero.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Contenido enfocado:</a:t>
            </a:r>
            <a:r>
              <a:rPr lang="es-419" sz="1000">
                <a:solidFill>
                  <a:schemeClr val="dk2"/>
                </a:solidFill>
              </a:rPr>
              <a:t> Aunque los blogs pueden cubrir una amplia gama de temas, generalmente se centran en áreas específicas de interés. Esto permite a los autores del blog establecerse como autoridades en su nicho y atraer a una audiencia interesada en esos temas.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Estilo personal:</a:t>
            </a:r>
            <a:r>
              <a:rPr lang="es-419" sz="1000">
                <a:solidFill>
                  <a:schemeClr val="dk2"/>
                </a:solidFill>
              </a:rPr>
              <a:t> Muchos blogs reflejan la personalidad y las opiniones del autor o autores, creando un tono más personal y directo en comparación con otros tipos de sitios web. Esto ayuda a formar una conexión más estrecha con la audiencia.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Interactividad:</a:t>
            </a:r>
            <a:r>
              <a:rPr lang="es-419" sz="1000">
                <a:solidFill>
                  <a:schemeClr val="dk2"/>
                </a:solidFill>
              </a:rPr>
              <a:t> Los blogs a menudo permiten a los lectores dejar comentarios en las publicaciones, fomentando la discusión y la interacción entre el autor y su audiencia. Esta interactividad es clave para construir una comunidad en torno al blog.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Integración con redes sociales:</a:t>
            </a:r>
            <a:r>
              <a:rPr lang="es-419" sz="1000">
                <a:solidFill>
                  <a:schemeClr val="dk2"/>
                </a:solidFill>
              </a:rPr>
              <a:t> La mayoría de los blogs están diseñados para integrarse fácilmente con redes sociales, permitiendo a los autores y lectores compartir contenido en diversas plataformas y atraer más visitantes.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Optimización para motores de búsqueda (SEO):</a:t>
            </a:r>
            <a:r>
              <a:rPr lang="es-419" sz="1000">
                <a:solidFill>
                  <a:schemeClr val="dk2"/>
                </a:solidFill>
              </a:rPr>
              <a:t> Los blogs son herramientas efectivas para mejorar el SEO debido a su contenido fresco y relevante. La estructura de un blog, incluyendo títulos, encabezados, etiquetas y el uso estratégico de palabras clave, está diseñada para ser amigable con los motores de búsqueda.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Facilidad de gestión:</a:t>
            </a:r>
            <a:r>
              <a:rPr lang="es-419" sz="1000">
                <a:solidFill>
                  <a:schemeClr val="dk2"/>
                </a:solidFill>
              </a:rPr>
              <a:t> La mayoría de los blogs se ejecutan en plataformas de gestión de contenido (CMS) que permiten a los usuarios no técnicos publicar, editar y administrar contenido fácilmente.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Multimedia:</a:t>
            </a:r>
            <a:r>
              <a:rPr lang="es-419" sz="1000">
                <a:solidFill>
                  <a:schemeClr val="dk2"/>
                </a:solidFill>
              </a:rPr>
              <a:t> Los blogs pueden incluir una variedad de formatos de contenido, incluyendo texto, imágenes, videos, y enlaces a otros sitios web, lo que enriquece la experiencia del usuario y hace que el contenido sea más atractivo y compartible.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Suscripciones y newsletters:</a:t>
            </a:r>
            <a:r>
              <a:rPr lang="es-419" sz="1000">
                <a:solidFill>
                  <a:schemeClr val="dk2"/>
                </a:solidFill>
              </a:rPr>
              <a:t> Los blogs a menudo ofrecen opciones de suscripción para que los lectores reciban notificaciones de nuevas publicaciones por correo electrónico. Esto ayuda a mantener a la audiencia comprometida y a aumentar la fidelidad de los seguidores.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s-419" sz="1000" u="sng">
                <a:solidFill>
                  <a:schemeClr val="dk2"/>
                </a:solidFill>
              </a:rPr>
              <a:t>Personalización y temas:</a:t>
            </a:r>
            <a:r>
              <a:rPr lang="es-419" sz="1000">
                <a:solidFill>
                  <a:schemeClr val="dk2"/>
                </a:solidFill>
              </a:rPr>
              <a:t> Los blogs permiten una alta personalización a través del uso de temas y plugins, lo que significa que pueden ser diseñados para reflejar la identidad visual única de una marca o individuo.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Estas características hacen que los blogs sean una herramienta versátil y potente para individuos y empresas que buscan compartir conocimientos, establecer autoridad en su campo, y construir una comunidad en línea.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